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820" y="1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349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E40A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리딩지저스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 페이지 가이드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2860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교회별 성경 통독 &amp; 묵상 나눔 플랫폼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 담당자를 위한 상세 매뉴얼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12월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가이드에서 다루는 내용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274320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353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1. 기본 기능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교회 URL 구조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교회 메인 페이지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24942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묵상 나눔 작성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505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QT 나눔 기능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28016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00400" y="1280160"/>
            <a:ext cx="2743200" cy="3657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1353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2. 성경 읽기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73736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통독 일정 보기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9933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성경 본문 읽기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24942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읽음 완료 체크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505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구약/신약 탭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28016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035040" y="1280160"/>
            <a:ext cx="274320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217920" y="1353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3. 소그룹 &amp; 마이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소그룹 기능 (개발중)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19933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마이페이지 (개발예정)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224942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향후 개발 계획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교회별 전용 URL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교회만의 고유한 페이지 주소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441448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URL 형식: /church/{교회코드}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4572000" cy="1219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URL 경로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/church/SE25001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교회 메인 (묵상 작성)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/church/SE25001/sharing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나눔 목록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/church/SE25001/bible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성경 읽기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/church/SE25001/groups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소그룹 관리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 코드: 대문자/숫자 조합 (예: SE25001, GRACE, HOPE123)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58968" y="1161288"/>
            <a:ext cx="3255264" cy="60350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C:\Lacal_workspace\project\reading-jesus\docs\screen shot\church\church-ur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0" y="1188720"/>
            <a:ext cx="3200400" cy="5486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58968" y="1892808"/>
            <a:ext cx="3255264" cy="60350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C:\Lacal_workspace\project\reading-jesus\docs\screen shot\church\church-head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0" y="1920240"/>
            <a:ext cx="320040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0" y="1737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URL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486400" y="24688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토큰 포함 URL (QR 스캔 시)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 메인 페이지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+ 날짜 선택 + 묵상 작성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구성 요소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교회 아이콘 + 교회 이름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93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교회 주소 표시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49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교회 등록/등록 교인 버튼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505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날짜 선택 (좌우 화살표)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7614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해당 날짜의 읽기 범위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짧은 묵상 나눔 작성 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2735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익명 작성 옵션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5295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나눔 등록 버튼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01768" y="978408"/>
            <a:ext cx="3712464" cy="389534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0" descr="C:\Lacal_workspace\project\reading-jesus\docs\screen shot\church\church-da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1005840"/>
            <a:ext cx="3657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묵상 나눔 작성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간단한 묵상을 작성하고 공유하기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 폼 구성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이름 입력 (등록 교인은 자동)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93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묵상 내용 (리치 에디터)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49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서식 도구 (볼드, 이탤릭 등)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505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익명으로 작성 체크박스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7614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나눔 등록 버튼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114800" cy="54864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교인은 이름이 자동 입력되며 수정 불가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01768" y="978408"/>
            <a:ext cx="3712464" cy="389534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0" descr="C:\Lacal_workspace\project\reading-jesus\docs\screen shot\church\church-write-for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1005840"/>
            <a:ext cx="3657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묵상 목록 &amp; 좋아요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교인들의 묵상을 읽고 공감하기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묵상 카드 구성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작성자 프로필 아이콘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93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작성자 이름 &amp; 날짜/시간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49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성경 범위 배지 (예: 창 1-4)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505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묵상 내용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7614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좋아요 버튼 (하트)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01768" y="978408"/>
            <a:ext cx="3712464" cy="352958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C:\Lacal_workspace\project\reading-jesus\docs\screen shot\church\church-commen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1005840"/>
            <a:ext cx="3657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 권한 획득 방법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코드 또는 교인 등록으로 권한 얻기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114800" cy="7315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QR 코드 스캔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교회에서 제공하는 QR 코드로 접속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교인 등록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로그인 후 '교회 등록' 버튼 클릭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457200" y="2377440"/>
            <a:ext cx="411480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48640" y="2468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없을 때 표시되는 메시지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743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"묵상을 작성하려면 QR 코드를 스캔해주세요"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89680" y="584708"/>
            <a:ext cx="2876852" cy="357986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C:\Lacal_workspace\project\reading-jesus\docs\screen shot\church\church-no-auth.p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28167" y="612140"/>
            <a:ext cx="2810932" cy="353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나눔 페이지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묵상과 QT 나눔을 한 곳에서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114800" cy="7315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탭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짧은 묵상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간단한 자유 형식의 묵상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QT 나눔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구조화된 질문 기반 QT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3774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6"/>
          <p:cNvSpPr/>
          <p:nvPr/>
        </p:nvSpPr>
        <p:spPr>
          <a:xfrm>
            <a:off x="457200" y="2377440"/>
            <a:ext cx="411480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40080" y="2450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묵상 탭 특징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8346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작성 버튼 (+ 짧은 묵상 나눔 작성하기)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30906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날짜순 묵상 목록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3467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성경 범위 배지 표시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01768" y="886968"/>
            <a:ext cx="2461599" cy="398678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C:\Lacal_workspace\project\reading-jesus\docs\screen shot\church\스크린샷 2025-12-27 0043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55700" y="914400"/>
            <a:ext cx="2353733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QT 나눔 탭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체계적인 큐티 묵상 기록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QT 나눔 특징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QT 작성하기 버튼 (주황색)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93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날짜 배지 (2026-01-12)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49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하루 점검 배지 (작성 시)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505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작성자 정보 &amp; 시간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01768" y="886968"/>
            <a:ext cx="2347299" cy="398678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C:\Lacal_workspace\project\reading-jesus\docs\screen shot\church\qt p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914400"/>
            <a:ext cx="2281767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QT 작성 다이얼로그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구조화된 묵상 작성 양식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5720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QT 작성 항목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날짜 선택 (드롭다운)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019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오늘의 말씀 보기 (접기/펴기)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15798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묵상 길잡이 보기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414016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묵상 질문 보기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67004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내 말로 한 문장 - 말씀 요약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묵상 질문에 대한 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18211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 감사와 적용 - 적용점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43814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 나의 기도 - 기도문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694176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 말씀과 함께한 하루 점검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76088" y="886968"/>
            <a:ext cx="2224985" cy="398678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C:\Lacal_workspace\project\reading-jesus\docs\screen shot\church\qt-write-dialo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03520" y="914400"/>
            <a:ext cx="21894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교인 등록 기능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 멤버로 등록하여 편리하게 이용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과정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리딩지저스 앱 로그인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93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교회 페이지 접속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49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'교회 등록' 버튼 클릭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505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정보 확인 후 '등록하기'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114800" cy="9144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후 혜택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QR 코드 없이 묵상 작성 가능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프로필과 묵상이 연결되어 관리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18888" y="795528"/>
            <a:ext cx="3895344" cy="407822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0" descr="C:\Lacal_workspace\project\reading-jesus\docs\screen shot\church\chuch join btn clic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822960"/>
            <a:ext cx="384048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E40A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성경 읽기 메뉴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8288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365일 통독 일정과 성경 본문 읽기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1645920" cy="4114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39044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통독 일정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3840480"/>
            <a:ext cx="1645920" cy="4114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377440" y="39044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구약 39권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3840480"/>
            <a:ext cx="1645920" cy="4114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206240" y="39044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신약 27권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3840480"/>
            <a:ext cx="1645920" cy="4114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035040" y="39044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읽음 체크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통독 일정 탭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읽을 성경 범위 확인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통독 일정 기능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오늘은 Day N입니다 배너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93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오늘 기준 ±3일 일정 표시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49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일정 길게 누르면 완료 체크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505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전체 일정 펼쳐보기 버튼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7614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묵상 아이콘, 성경 아이콘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완료 시 초록색 체크 표시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01768" y="886968"/>
            <a:ext cx="2074672" cy="398678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0" descr="C:\Lacal_workspace\project\reading-jesus\docs\screen shot\church\스크린샷 2025-12-27 01433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914400"/>
            <a:ext cx="20167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구약 / 신약 탭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성경 책별 읽기 현황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책별 현황 표시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구약 39권 / 신약 27권 목록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93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각 책별 읽은 일수 / 전체 일수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49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책 클릭 시 성경 본문으로 이동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505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창세기 0/12일 형태로 표시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18888" y="886968"/>
            <a:ext cx="1975104" cy="398678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C:\Lacal_workspace\project\reading-jesus\docs\screen shot\church\스크린샷 2025-12-27 01434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914400"/>
            <a:ext cx="1920240" cy="39319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830568" y="886968"/>
            <a:ext cx="1975104" cy="398678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C:\Lacal_workspace\project\reading-jesus\docs\screen shot\church\스크린샷 2025-12-27 01434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0" y="914400"/>
            <a:ext cx="1920240" cy="3931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46320" y="4114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구약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858000" y="4114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신약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성경 본문 읽기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말씀을 읽고 묵상하기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성경 리더 기능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역본 선택 (개역개정 등)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93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책/장 선택 드롭다운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49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이전 장 / 다음 장 버튼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505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구절 번호와 본문 표시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7614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구절 클릭 시 복사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플로팅 묵상 작성 버튼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01768" y="795528"/>
            <a:ext cx="3712464" cy="407822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0" descr="C:\Lacal_workspace\project\reading-jesus\docs\screen shot\church\스크린샷 2025-12-27 01435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822960"/>
            <a:ext cx="3657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읽음 완료 체크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통독 진행 상황 기록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체크 방법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통독 일정에서 해당 날짜 길게 누르기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93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'읽음 완료 처리하시겠습니까?' 확인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49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'완료하기' 버튼 클릭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505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초록색 체크 표시로 완료 확인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18888" y="886968"/>
            <a:ext cx="1975104" cy="371246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C:\Lacal_workspace\project\reading-jesus\docs\screen shot\church\스크린샷 2025-12-27 01440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914400"/>
            <a:ext cx="1920240" cy="36576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830568" y="886968"/>
            <a:ext cx="1975104" cy="371246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C:\Lacal_workspace\project\reading-jesus\docs\screen shot\church\스크린샷 2025-12-27 01441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0" y="914400"/>
            <a:ext cx="1920240" cy="3657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4632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팝업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85800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후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소그룹 기능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37160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24963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진행 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 내 소그룹별 성경 통독 운영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1645920" cy="4114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39044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 만들기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3840480"/>
            <a:ext cx="1645920" cy="4114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377440" y="39044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멤버 관리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3840480"/>
            <a:ext cx="1645920" cy="4114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206240" y="39044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현황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3840480"/>
            <a:ext cx="1645920" cy="4114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035040" y="39044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묵상 나눔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 페이지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0" y="320040"/>
            <a:ext cx="118872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0" y="3474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 내 소그룹 목록 및 참여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 페이지 구성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헤더: 교회 이름 + 그룹 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993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'+ 그룹 만들기' 버튼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249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우리교회 그룹 찾아보기 검색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초대 코드 입력 + 참여 버튼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7614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그룹 목록 (없으면 안내 메시지)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01768" y="886968"/>
            <a:ext cx="3712464" cy="398678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0" descr="C:\Lacal_workspace\project\reading-jesus\docs\screen shot\church\church-group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914400"/>
            <a:ext cx="36576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그룹 만들기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0" y="320040"/>
            <a:ext cx="118872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0" y="3474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소그룹 통독반 생성하기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 생성 양식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그룹 이름 (필수)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993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설명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249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읽기 플랜 선택 (365일 등)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시작일 선택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7614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만들기 버튼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4114800" cy="64008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예시: '영동중앙교회 청년부' - 365일 플랜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18888" y="795528"/>
            <a:ext cx="3895344" cy="407822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C:\Lacal_workspace\project\reading-jesus\docs\screen shot\church\church-groups-crea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822960"/>
            <a:ext cx="384048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 상세 페이지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0" y="320040"/>
            <a:ext cx="118872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0" y="3474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 내 활동 및 진행 현황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 상세 구성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그룹 이름 + 멤버 수 + 플랜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993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탭 메뉴: 묵상 / 멤버 / 진행현황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249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Day 표시 (예: Day 1 / 365일)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날짜 네비게이션 (좌/우)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7614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묵상 나눔 작성 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0175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작성된 묵상 목록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01768" y="795528"/>
            <a:ext cx="3712464" cy="407822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0" descr="C:\Lacal_workspace\project\reading-jesus\docs\screen shot\church\church-group-c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822960"/>
            <a:ext cx="3657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 (개발 예정)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0" y="320040"/>
            <a:ext cx="118872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0" y="3474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하단 네비게이션 '마이' 메뉴로 접근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 기능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프로필 정보 (이름, 소속 그룹)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993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소속 교회 표시 + 바로가기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249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활성 그룹 선택/변경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나의 통독 현황 (완료일/연속/진행률)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7614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프로필 수정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0175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내가 읽은 말씀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2735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내가 쓴 묵상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5295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내 그룹 목록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7856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통독 캘린더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0416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알림 설정 / 설정 / 로그아웃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18888" y="795528"/>
            <a:ext cx="3895344" cy="407822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0" descr="C:\Lacal_workspace\project\reading-jesus\docs\screen shot\church\스크린샷 2025-12-27 01471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822960"/>
            <a:ext cx="384048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 메뉴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0" y="320040"/>
            <a:ext cx="118872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0" y="3474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활동 관리 기능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114800" cy="19507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메뉴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프로필 수정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이름, 프로필 이미지 변경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내가 읽은 말씀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통독 완료 기록 확인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내가 쓴 묵상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작성한 묵상 목록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그룹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참여 중인 그룹 목록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통독 캘린더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월별 통독 현황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알림 설정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알림 on/off 설정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앱 환경 설정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818888" y="795528"/>
            <a:ext cx="3895344" cy="4078224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C:\Lacal_workspace\project\reading-jesus\docs\screen shot\church\스크린샷 2025-12-27 01472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822960"/>
            <a:ext cx="384048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하단 네비게이션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 페이지 메뉴 구성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943600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1691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17520" y="1691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06240" y="1691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94960" y="1691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마이*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286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마이 메뉴 추가로 교회 페이지 하단 네비게이션 완료 예정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5943600" cy="14630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탭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이동 경로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홈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/church/{code}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성경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/church/{code}/bible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/church/{code}/sharing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그룹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/church/{code}/groups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마이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마이페이지 (개발 예정)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개발 계획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 페이지 추가 개발 예정 기능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4114800" cy="3657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26: 교회 시스템 보완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교회 공지사항 기능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교회 통계 개선 (차트, 리포트)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249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주간/월간 묵상 통계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411480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463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27: 성능 최적화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이미지 최적화 (Next/Image)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993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무한 스크롤 구현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249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SWR 캐싱 적용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411480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8640" y="3182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28: 알림 시스템 강화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5661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웹 푸시 알림 (Web Push API)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8221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이메일 알림 (일일/주간 리포트)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108960"/>
            <a:ext cx="4114800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75488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지속적인 업데이트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35204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 페이지는 계속 개선되고 있습니다.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기능이 추가되면 안내드리겠습니다.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체크리스트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 페이지 운영을 위한 준비 사항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274320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353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설정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교회 정보 입력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교회 코드 확인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24942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QR 코드 생성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505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담당자 공유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2801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00400" y="1280160"/>
            <a:ext cx="2743200" cy="3657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1353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홍보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73736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주보에 QR 삽입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9933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교인 안내 문자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24942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사용법 교육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505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SNS 공유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2801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035040" y="1280160"/>
            <a:ext cx="2743200" cy="3657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217920" y="1353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주간 참여 확인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19933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활발한 교인 격려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224942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그룹 진행 점검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2505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피드백 수집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291840"/>
            <a:ext cx="8412480" cy="54864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TIP: 매주 대시보드를 확인하고 활발한 참여자에게 감사 인사를 전해보세요!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묻는 질문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FAQ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74320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2161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188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 코드는 어떻게 만드나요?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417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관리자에게 요청하여 생성합니다.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274320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185623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828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코드를 변경하고 싶어요.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0574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설정에서 작성 권한 토큰을 재발급하세요.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274320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49631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468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교인 등록은 어떻게 하나요?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6974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회원가입 후 교회 페이지에서 '교회 등록' 클릭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74320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31363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108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그룹은 몇 개까지 만들 수 있나요?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3375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 없이 필요한 만큼 생성 가능합니다.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274320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57200" y="377647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3749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비회원도 묵상을 볼 수 있나요?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39776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네, 보기는 가능하나 작성은 권한이 필요합니다.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"/>
            <a:ext cx="9144000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E40A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22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공동체와</a:t>
            </a:r>
            <a:r>
              <a:rPr lang="en-US" sz="22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함께하는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365일 말씀 여정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2560320"/>
            <a:ext cx="27432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82880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교인들의 묵상 참여 독려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함께 성장하는 공동체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말씀으로 하나되는 교회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감사합니다!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문의: 앱 관리자에게 연락해주세요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1428</Words>
  <Application>Microsoft Office PowerPoint</Application>
  <PresentationFormat>화면 슬라이드 쇼(16:9)</PresentationFormat>
  <Paragraphs>339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Reading Jesus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리딩지저스 교회 페이지 가이드</dc:title>
  <dc:subject>교회 담당자를 위한 가이드</dc:subject>
  <dc:creator>리딩지저스</dc:creator>
  <cp:lastModifiedBy>재훈 이</cp:lastModifiedBy>
  <cp:revision>3</cp:revision>
  <dcterms:created xsi:type="dcterms:W3CDTF">2025-12-26T16:59:45Z</dcterms:created>
  <dcterms:modified xsi:type="dcterms:W3CDTF">2025-12-27T10:23:19Z</dcterms:modified>
</cp:coreProperties>
</file>